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2F4F7"/>
                </a:solidFill>
              </a:defRPr>
            </a:pPr>
            <a:r>
              <a:t>SOC Assisté par Intelligence Artificielle</a:t>
            </a:r>
          </a:p>
          <a:p>
            <a:pPr>
              <a:spcBef>
                <a:spcPts val="1600"/>
              </a:spcBef>
              <a:defRPr sz="1800">
                <a:solidFill>
                  <a:srgbClr val="3DB8FF"/>
                </a:solidFill>
              </a:defRPr>
            </a:pPr>
            <a:r>
              <a:t>Détection Wazuh -&gt; Triage IA (Gemma2) -&gt; TheHive -&gt; Cortex -&gt; MISP -&gt; Notification</a:t>
            </a:r>
          </a:p>
          <a:p>
            <a:pPr>
              <a:spcBef>
                <a:spcPts val="1000"/>
              </a:spcBef>
              <a:defRPr sz="1400">
                <a:solidFill>
                  <a:srgbClr val="9AA5B1"/>
                </a:solidFill>
              </a:defRPr>
            </a:pPr>
            <a:r>
              <a:t>Omar Babba - PFA EMSI Tanger - RUN_ID PFA-FINAL-20260718-214637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Chaine logique du pipeline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De la detection a la notification - execution reelle, VM VirtualBox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ETAPE 1 - Wazuh (auditd) detecte une activite suspecte sur l'agent surveille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ETAPE 2 - L'alerte reelle declenche le workflow Shuffle via webhook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ETAPE 3 - Gemma2 9B (Ollama, local) effectue le triage : type, MITRE, criticite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ETAPE 4 - TheHive cree automatiquement un cas avec le triage IA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ETAPE 5 - Cortex enrichit l'IOC (ex: AbuseIPDB)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ETAPE 6 - Selon la severite : evenement MISP (haute) ou tag simple (basse)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ETAPE 7 - Notification finale envoyee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Chaque etape critique est protegee par une garde de statut HTTP.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1 / 7 - Wazuh detecte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Dashboard reel : agent actif, alertes classees par severite</a:t>
            </a:r>
          </a:p>
        </p:txBody>
      </p:sp>
      <p:pic>
        <p:nvPicPr>
          <p:cNvPr id="3" name="Picture 2" descr="01_wazuh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" y="1143000"/>
            <a:ext cx="1085255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1 / 7 - Alerte reelle declenchee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Regle 100103 - C2 beaconing - MITRE T1071 - agent soc-lab</a:t>
            </a:r>
          </a:p>
        </p:txBody>
      </p:sp>
      <p:pic>
        <p:nvPicPr>
          <p:cNvPr id="3" name="Picture 2" descr="02_wazuh_alerte_c2_beac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" y="1143000"/>
            <a:ext cx="1085255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2-3 / 7 - Shuffle recoit l'alerte et orchestre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Webhook -&gt; Gemma2 (triage) -&gt; TheHive -&gt; Cortex -&gt; MISP/tag -&gt; notification</a:t>
            </a:r>
          </a:p>
        </p:txBody>
      </p:sp>
      <p:pic>
        <p:nvPicPr>
          <p:cNvPr id="3" name="Picture 2" descr="03_shuffle_canvas_comp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40" y="1143000"/>
            <a:ext cx="1101541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3 / 7 - Triage par IA (Gemma2 9B)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Prompt reel envoye au modele local Ollama pour classification MITRE</a:t>
            </a:r>
          </a:p>
        </p:txBody>
      </p:sp>
      <p:pic>
        <p:nvPicPr>
          <p:cNvPr id="3" name="Picture 2" descr="04_shuffle_config_gemm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40" y="1143000"/>
            <a:ext cx="1101541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4 / 7 - TheHive cree le cas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Triage brut de Gemma2 visible dans la description du cas reel</a:t>
            </a:r>
          </a:p>
        </p:txBody>
      </p:sp>
      <p:pic>
        <p:nvPicPr>
          <p:cNvPr id="3" name="Picture 2" descr="10_thehive_case22_gemma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" y="1143000"/>
            <a:ext cx="1085255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Preuve : le cas TheHive vient bien de Shuffle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Reponse HTTP reelle 201 de l'execution Shuffle - meme case id ~28720 / #22</a:t>
            </a:r>
          </a:p>
        </p:txBody>
      </p:sp>
      <p:pic>
        <p:nvPicPr>
          <p:cNvPr id="3" name="Picture 2" descr="27_shuffle_execution_thehive_case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1143000"/>
            <a:ext cx="11091672" cy="4949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A5B1"/>
                </a:solidFill>
              </a:defRPr>
            </a:pPr>
            <a:r>
              <a:t>Correle avec la capture precedente : createdBy soc-pipeline52@thehive.local (compte de service), pas un humain.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5 / 7 - Cortex enrichit l'IOC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Historique des analyses AbuseIPDB reelles, toutes en Success</a:t>
            </a:r>
          </a:p>
        </p:txBody>
      </p:sp>
      <p:pic>
        <p:nvPicPr>
          <p:cNvPr id="3" name="Picture 2" descr="11_cortex_job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" y="1143000"/>
            <a:ext cx="1085255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5 / 7 - Rapport d'enrichissement detaille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Resultat reel de l'API AbuseIPDB sur l'IP suspecte</a:t>
            </a:r>
          </a:p>
        </p:txBody>
      </p:sp>
      <p:pic>
        <p:nvPicPr>
          <p:cNvPr id="3" name="Picture 2" descr="12_cortex_job_report_abuseip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" y="1143000"/>
            <a:ext cx="1085255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6 / 7 - MISP partage la menace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Evenement cree automatiquement par le pipeline (severite haute)</a:t>
            </a:r>
          </a:p>
        </p:txBody>
      </p:sp>
      <p:pic>
        <p:nvPicPr>
          <p:cNvPr id="3" name="Picture 2" descr="13_misp_event11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" y="1143000"/>
            <a:ext cx="1085255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6 / 7 - IOC reel extrait et correle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Attribut ip-dst correle a 4 autres evenements, IDS actif</a:t>
            </a:r>
          </a:p>
        </p:txBody>
      </p:sp>
      <p:pic>
        <p:nvPicPr>
          <p:cNvPr id="3" name="Picture 2" descr="14_misp_event11_attribute_i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" y="1143000"/>
            <a:ext cx="1085255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ETAPE 7 / 7 - Notification finale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Dernier noeud du pipeline : alerte envoyee au canal de notification</a:t>
            </a:r>
          </a:p>
        </p:txBody>
      </p:sp>
      <p:pic>
        <p:nvPicPr>
          <p:cNvPr id="3" name="Picture 2" descr="08_shuffle_config_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40" y="1143000"/>
            <a:ext cx="1101541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4F7"/>
                </a:solidFill>
              </a:defRPr>
            </a:pPr>
            <a:r>
              <a:t>Bilan</a:t>
            </a:r>
          </a:p>
          <a:p>
            <a:pPr>
              <a:defRPr sz="1500">
                <a:solidFill>
                  <a:srgbClr val="3DB8FF"/>
                </a:solidFill>
              </a:defRPr>
            </a:pPr>
            <a:r>
              <a:t>Tests reels effectues le jour meme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3 executions completes reelles du pipeline aujourd'hui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Run 100% vert : Gemma2 -&gt; TheHive -&gt; Cortex -&gt; MISP -&gt; notification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Gardes d'echec verifiees en conditions reelles (TheHive 401, Cortex ES down)</a:t>
            </a:r>
          </a:p>
          <a:p>
            <a:pPr>
              <a:spcAft>
                <a:spcPts val="1400"/>
              </a:spcAft>
              <a:defRPr sz="2000">
                <a:solidFill>
                  <a:srgbClr val="F2F4F7"/>
                </a:solidFill>
              </a:defRPr>
            </a:pPr>
            <a:r>
              <a:t>Aucune donnee simulee : alertes, cas, jobs et evenements sont reels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